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988320"/>
            <a:ext cx="9445526" cy="182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Online Notes Sharing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7" y="5461471"/>
            <a:ext cx="9445526" cy="45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Submitted by: Shiwani Amrute, Prayas Gotefode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7" y="6164754"/>
            <a:ext cx="9445526" cy="45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K. D. K. College of Engineering — MCA (2025-2026)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2645122"/>
            <a:ext cx="16267062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Introduction, Objectives &amp; Problem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580484"/>
            <a:ext cx="5245447" cy="3004245"/>
            <a:chOff x="0" y="0"/>
            <a:chExt cx="6993930" cy="40056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4542384"/>
            <a:ext cx="5245447" cy="152400"/>
            <a:chOff x="0" y="0"/>
            <a:chExt cx="6993930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89610" y="4155281"/>
            <a:ext cx="850552" cy="850553"/>
            <a:chOff x="0" y="0"/>
            <a:chExt cx="1134070" cy="1134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444701" y="4244131"/>
            <a:ext cx="340221" cy="5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5" y="525110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5" y="5797451"/>
            <a:ext cx="460221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 web app for students and teachers to easily share study notes (upload/download).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1202" y="4580484"/>
            <a:ext cx="5245447" cy="3004245"/>
            <a:chOff x="0" y="0"/>
            <a:chExt cx="6993930" cy="40056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21202" y="4542384"/>
            <a:ext cx="5245447" cy="152400"/>
            <a:chOff x="0" y="0"/>
            <a:chExt cx="6993930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718575" y="4155281"/>
            <a:ext cx="850552" cy="850553"/>
            <a:chOff x="0" y="0"/>
            <a:chExt cx="1134070" cy="11340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973666" y="4244131"/>
            <a:ext cx="340221" cy="5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2820" y="525110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2820" y="5797451"/>
            <a:ext cx="460221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Build a simple, safe platform supporting multiple file formats, search, and user roles.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50166" y="4580484"/>
            <a:ext cx="5245447" cy="3004245"/>
            <a:chOff x="0" y="0"/>
            <a:chExt cx="6993930" cy="40056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50166" y="4542384"/>
            <a:ext cx="5245447" cy="152400"/>
            <a:chOff x="0" y="0"/>
            <a:chExt cx="6993930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247540" y="4155281"/>
            <a:ext cx="850553" cy="850553"/>
            <a:chOff x="0" y="0"/>
            <a:chExt cx="1134070" cy="1134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502631" y="4244131"/>
            <a:ext cx="340221" cy="5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71784" y="525110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Problem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1784" y="5797451"/>
            <a:ext cx="4602213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Notes are scattered and often low quality. This project creates one organized platform.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3750320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Literature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5013871"/>
            <a:ext cx="9445526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Existing platforms like Google Classroom and Moodle are complex. Simple note-sharing sites often lack moderation and search features. A focused app with good design and moderation will greatly help students.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50405"/>
            <a:ext cx="16267063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Proposed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55789"/>
            <a:ext cx="8009930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70"/>
            <a:ext cx="8009930" cy="38100"/>
            <a:chOff x="0" y="0"/>
            <a:chExt cx="10679907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18415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Backend &amp; Database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30503"/>
            <a:ext cx="800993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Use Django for the backend and SQLite/MySQL for data storage.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5685" y="3455789"/>
            <a:ext cx="7973615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5685" y="4004370"/>
            <a:ext cx="8010079" cy="38100"/>
            <a:chOff x="0" y="0"/>
            <a:chExt cx="10680105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285685" y="418415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Core Modules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5685" y="4730503"/>
            <a:ext cx="8010079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Build authentication, upload, search, and admin panel modules.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133802"/>
            <a:ext cx="8009930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6682382"/>
            <a:ext cx="8009930" cy="38100"/>
            <a:chOff x="0" y="0"/>
            <a:chExt cx="10679907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686216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Content Moderation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408515"/>
            <a:ext cx="8009930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Admin will approve notes before they go public.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5685" y="6133802"/>
            <a:ext cx="7973615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5685" y="6682382"/>
            <a:ext cx="8010079" cy="38100"/>
            <a:chOff x="0" y="0"/>
            <a:chExt cx="10680105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85685" y="686216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User Engagement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5685" y="7408515"/>
            <a:ext cx="8010079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Implement ratings and track downloads for notes.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9226" y="936278"/>
            <a:ext cx="16898807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9226" y="2033290"/>
            <a:ext cx="7979717" cy="31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2287"/>
              </a:lnSpc>
              <a:buFont typeface="Arial"/>
              <a:buChar char="•"/>
            </a:pPr>
            <a:r>
              <a:rPr lang="en-US" sz="22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Language: Python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9226" y="2652564"/>
            <a:ext cx="7979717" cy="31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2287"/>
              </a:lnSpc>
              <a:buFont typeface="Arial"/>
              <a:buChar char="•"/>
            </a:pPr>
            <a:r>
              <a:rPr lang="en-US" sz="22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Framework: Django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226" y="3271837"/>
            <a:ext cx="7979717" cy="31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2287"/>
              </a:lnSpc>
              <a:buFont typeface="Arial"/>
              <a:buChar char="•"/>
            </a:pPr>
            <a:r>
              <a:rPr lang="en-US" sz="22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Frontend: HTML, CSS, Bootstrap, JavaScript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226" y="3891111"/>
            <a:ext cx="7979717" cy="31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2287"/>
              </a:lnSpc>
              <a:buFont typeface="Arial"/>
              <a:buChar char="•"/>
            </a:pPr>
            <a:r>
              <a:rPr lang="en-US" sz="22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Database: SQLite or MySQL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226" y="4512617"/>
            <a:ext cx="7979717" cy="31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84" indent="-172492" lvl="1">
              <a:lnSpc>
                <a:spcPts val="2287"/>
              </a:lnSpc>
              <a:buFont typeface="Arial"/>
              <a:buChar char="•"/>
            </a:pPr>
            <a:r>
              <a:rPr lang="en-US" sz="22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Hosting: Local server or cloud (optional)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368581" y="1759149"/>
            <a:ext cx="7979717" cy="7979717"/>
            <a:chOff x="0" y="0"/>
            <a:chExt cx="10639623" cy="1063962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639679" cy="10639679"/>
            </a:xfrm>
            <a:custGeom>
              <a:avLst/>
              <a:gdLst/>
              <a:ahLst/>
              <a:cxnLst/>
              <a:rect r="r" b="b" t="t" l="l"/>
              <a:pathLst>
                <a:path h="10639679" w="10639679">
                  <a:moveTo>
                    <a:pt x="0" y="0"/>
                  </a:moveTo>
                  <a:lnTo>
                    <a:pt x="10639679" y="0"/>
                  </a:lnTo>
                  <a:lnTo>
                    <a:pt x="10639679" y="10639679"/>
                  </a:lnTo>
                  <a:lnTo>
                    <a:pt x="0" y="10639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04466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Expected Outcome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2709862"/>
            <a:ext cx="5254973" cy="3249960"/>
            <a:chOff x="0" y="0"/>
            <a:chExt cx="7006630" cy="4333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320540"/>
            </a:xfrm>
            <a:custGeom>
              <a:avLst/>
              <a:gdLst/>
              <a:ahLst/>
              <a:cxnLst/>
              <a:rect r="r" b="b" t="t" l="l"/>
              <a:pathLst>
                <a:path h="4320540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161790"/>
                  </a:lnTo>
                  <a:cubicBezTo>
                    <a:pt x="6993890" y="4249420"/>
                    <a:pt x="6922770" y="4320540"/>
                    <a:pt x="6834886" y="4320540"/>
                  </a:cubicBezTo>
                  <a:lnTo>
                    <a:pt x="159004" y="4320540"/>
                  </a:lnTo>
                  <a:cubicBezTo>
                    <a:pt x="71120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717" cy="4333240"/>
            </a:xfrm>
            <a:custGeom>
              <a:avLst/>
              <a:gdLst/>
              <a:ahLst/>
              <a:cxnLst/>
              <a:rect r="r" b="b" t="t" l="l"/>
              <a:pathLst>
                <a:path h="4333240" w="7006717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168140"/>
                  </a:lnTo>
                  <a:lnTo>
                    <a:pt x="7000367" y="4168140"/>
                  </a:lnTo>
                  <a:lnTo>
                    <a:pt x="7006717" y="4168140"/>
                  </a:lnTo>
                  <a:cubicBezTo>
                    <a:pt x="7006717" y="4259326"/>
                    <a:pt x="6932676" y="4333240"/>
                    <a:pt x="6841363" y="4333240"/>
                  </a:cubicBezTo>
                  <a:lnTo>
                    <a:pt x="6841363" y="4326890"/>
                  </a:lnTo>
                  <a:lnTo>
                    <a:pt x="6841363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6841363" y="4320540"/>
                  </a:lnTo>
                  <a:cubicBezTo>
                    <a:pt x="6925691" y="4320540"/>
                    <a:pt x="6994017" y="4252341"/>
                    <a:pt x="6994017" y="416814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0" y="3007667"/>
            <a:ext cx="850552" cy="850552"/>
            <a:chOff x="0" y="0"/>
            <a:chExt cx="1134070" cy="11340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19238" y="3193702"/>
            <a:ext cx="382637" cy="478334"/>
            <a:chOff x="0" y="0"/>
            <a:chExt cx="510183" cy="63777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8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5280" y="4103638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Responsive Website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280" y="4649986"/>
            <a:ext cx="465936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 fully functional and adaptable website.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16440" y="2709862"/>
            <a:ext cx="5254973" cy="3249960"/>
            <a:chOff x="0" y="0"/>
            <a:chExt cx="7006630" cy="4333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6993890" cy="4320540"/>
            </a:xfrm>
            <a:custGeom>
              <a:avLst/>
              <a:gdLst/>
              <a:ahLst/>
              <a:cxnLst/>
              <a:rect r="r" b="b" t="t" l="l"/>
              <a:pathLst>
                <a:path h="4320540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161790"/>
                  </a:lnTo>
                  <a:cubicBezTo>
                    <a:pt x="6993890" y="4249420"/>
                    <a:pt x="6922770" y="4320540"/>
                    <a:pt x="6834886" y="4320540"/>
                  </a:cubicBezTo>
                  <a:lnTo>
                    <a:pt x="159004" y="4320540"/>
                  </a:lnTo>
                  <a:cubicBezTo>
                    <a:pt x="71120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6717" cy="4333240"/>
            </a:xfrm>
            <a:custGeom>
              <a:avLst/>
              <a:gdLst/>
              <a:ahLst/>
              <a:cxnLst/>
              <a:rect r="r" b="b" t="t" l="l"/>
              <a:pathLst>
                <a:path h="4333240" w="7006717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168140"/>
                  </a:lnTo>
                  <a:lnTo>
                    <a:pt x="7000367" y="4168140"/>
                  </a:lnTo>
                  <a:lnTo>
                    <a:pt x="7006717" y="4168140"/>
                  </a:lnTo>
                  <a:cubicBezTo>
                    <a:pt x="7006717" y="4259326"/>
                    <a:pt x="6932676" y="4333240"/>
                    <a:pt x="6841363" y="4333240"/>
                  </a:cubicBezTo>
                  <a:lnTo>
                    <a:pt x="6841363" y="4326890"/>
                  </a:lnTo>
                  <a:lnTo>
                    <a:pt x="6841363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6841363" y="4320540"/>
                  </a:lnTo>
                  <a:cubicBezTo>
                    <a:pt x="6925691" y="4320540"/>
                    <a:pt x="6994017" y="4252341"/>
                    <a:pt x="6994017" y="416814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14245" y="3007667"/>
            <a:ext cx="850552" cy="850552"/>
            <a:chOff x="0" y="0"/>
            <a:chExt cx="1134070" cy="11340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7048202" y="3193702"/>
            <a:ext cx="382637" cy="478334"/>
            <a:chOff x="0" y="0"/>
            <a:chExt cx="510183" cy="63777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" t="0" r="-8" b="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14245" y="4103638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Easy Sharing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14245" y="4649986"/>
            <a:ext cx="465936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Simple upload and download of notes.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45404" y="2709862"/>
            <a:ext cx="5254973" cy="3249960"/>
            <a:chOff x="0" y="0"/>
            <a:chExt cx="7006630" cy="4333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6993890" cy="4320540"/>
            </a:xfrm>
            <a:custGeom>
              <a:avLst/>
              <a:gdLst/>
              <a:ahLst/>
              <a:cxnLst/>
              <a:rect r="r" b="b" t="t" l="l"/>
              <a:pathLst>
                <a:path h="4320540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161790"/>
                  </a:lnTo>
                  <a:cubicBezTo>
                    <a:pt x="6993890" y="4249420"/>
                    <a:pt x="6922770" y="4320540"/>
                    <a:pt x="6834886" y="4320540"/>
                  </a:cubicBezTo>
                  <a:lnTo>
                    <a:pt x="159004" y="4320540"/>
                  </a:lnTo>
                  <a:cubicBezTo>
                    <a:pt x="71120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06717" cy="4333240"/>
            </a:xfrm>
            <a:custGeom>
              <a:avLst/>
              <a:gdLst/>
              <a:ahLst/>
              <a:cxnLst/>
              <a:rect r="r" b="b" t="t" l="l"/>
              <a:pathLst>
                <a:path h="4333240" w="7006717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168140"/>
                  </a:lnTo>
                  <a:lnTo>
                    <a:pt x="7000367" y="4168140"/>
                  </a:lnTo>
                  <a:lnTo>
                    <a:pt x="7006717" y="4168140"/>
                  </a:lnTo>
                  <a:cubicBezTo>
                    <a:pt x="7006717" y="4259326"/>
                    <a:pt x="6932676" y="4333240"/>
                    <a:pt x="6841363" y="4333240"/>
                  </a:cubicBezTo>
                  <a:lnTo>
                    <a:pt x="6841363" y="4326890"/>
                  </a:lnTo>
                  <a:lnTo>
                    <a:pt x="6841363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6841363" y="4320540"/>
                  </a:lnTo>
                  <a:cubicBezTo>
                    <a:pt x="6925691" y="4320540"/>
                    <a:pt x="6994017" y="4252341"/>
                    <a:pt x="6994017" y="416814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3210" y="3007667"/>
            <a:ext cx="850553" cy="850552"/>
            <a:chOff x="0" y="0"/>
            <a:chExt cx="1134070" cy="11340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2577167" y="3193702"/>
            <a:ext cx="382638" cy="478334"/>
            <a:chOff x="0" y="0"/>
            <a:chExt cx="510183" cy="637778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" t="0" r="-8" b="2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343210" y="4103638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Organized 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3210" y="4649986"/>
            <a:ext cx="4659362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Searchable and categorized notes.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7475" y="6233815"/>
            <a:ext cx="8019455" cy="2796331"/>
            <a:chOff x="0" y="0"/>
            <a:chExt cx="10692607" cy="37284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10679938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57016"/>
                  </a:lnTo>
                  <a:cubicBezTo>
                    <a:pt x="10679938" y="3644646"/>
                    <a:pt x="10608690" y="3715766"/>
                    <a:pt x="10520807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92638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63366"/>
                  </a:lnTo>
                  <a:lnTo>
                    <a:pt x="10686288" y="3563366"/>
                  </a:lnTo>
                  <a:lnTo>
                    <a:pt x="10692638" y="3563366"/>
                  </a:lnTo>
                  <a:cubicBezTo>
                    <a:pt x="10692638" y="3654552"/>
                    <a:pt x="10618597" y="3728466"/>
                    <a:pt x="10527157" y="3728466"/>
                  </a:cubicBezTo>
                  <a:lnTo>
                    <a:pt x="10527157" y="3722116"/>
                  </a:lnTo>
                  <a:lnTo>
                    <a:pt x="10527157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157" y="3715766"/>
                  </a:lnTo>
                  <a:cubicBezTo>
                    <a:pt x="10611485" y="3715766"/>
                    <a:pt x="10679938" y="3647567"/>
                    <a:pt x="10679938" y="3563366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5280" y="6531620"/>
            <a:ext cx="850552" cy="850552"/>
            <a:chOff x="0" y="0"/>
            <a:chExt cx="1134070" cy="11340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519238" y="6717655"/>
            <a:ext cx="382637" cy="478334"/>
            <a:chOff x="0" y="0"/>
            <a:chExt cx="510183" cy="637778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" t="0" r="-8" b="2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85280" y="762759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Admin Control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5280" y="8173939"/>
            <a:ext cx="7423845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Tools for managing content.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80922" y="6233815"/>
            <a:ext cx="8019455" cy="2796331"/>
            <a:chOff x="0" y="0"/>
            <a:chExt cx="10692607" cy="372844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" y="6350"/>
              <a:ext cx="10679938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57016"/>
                  </a:lnTo>
                  <a:cubicBezTo>
                    <a:pt x="10679938" y="3644646"/>
                    <a:pt x="10608690" y="3715766"/>
                    <a:pt x="10520807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92638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63366"/>
                  </a:lnTo>
                  <a:lnTo>
                    <a:pt x="10686288" y="3563366"/>
                  </a:lnTo>
                  <a:lnTo>
                    <a:pt x="10692638" y="3563366"/>
                  </a:lnTo>
                  <a:cubicBezTo>
                    <a:pt x="10692638" y="3654552"/>
                    <a:pt x="10618597" y="3728466"/>
                    <a:pt x="10527157" y="3728466"/>
                  </a:cubicBezTo>
                  <a:lnTo>
                    <a:pt x="10527157" y="3722116"/>
                  </a:lnTo>
                  <a:lnTo>
                    <a:pt x="10527157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157" y="3715766"/>
                  </a:lnTo>
                  <a:cubicBezTo>
                    <a:pt x="10611485" y="3715766"/>
                    <a:pt x="10679938" y="3647567"/>
                    <a:pt x="10679938" y="3563366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578728" y="6531620"/>
            <a:ext cx="850553" cy="850552"/>
            <a:chOff x="0" y="0"/>
            <a:chExt cx="1134070" cy="11340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48" id="48"/>
          <p:cNvGrpSpPr>
            <a:grpSpLocks noChangeAspect="true"/>
          </p:cNvGrpSpPr>
          <p:nvPr/>
        </p:nvGrpSpPr>
        <p:grpSpPr>
          <a:xfrm rot="0">
            <a:off x="9812685" y="6717655"/>
            <a:ext cx="382638" cy="478334"/>
            <a:chOff x="0" y="0"/>
            <a:chExt cx="510183" cy="637778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" t="0" r="-8" b="2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578728" y="762759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Better Collaboration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78728" y="8173939"/>
            <a:ext cx="7423845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Improved student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3098452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4362004"/>
            <a:ext cx="9445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Django documentation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4914751"/>
            <a:ext cx="9445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W3Schools (HTML/CSS/JS)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5467499"/>
            <a:ext cx="9445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Stack Overflow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6020246"/>
            <a:ext cx="9445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Research paper: Impact of Online Learning Tools (2021)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6572994"/>
            <a:ext cx="9445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GitHub sample projects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599808" y="4643289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DAGvr-nTfVU</dc:identifier>
  <dcterms:modified xsi:type="dcterms:W3CDTF">2011-08-01T06:04:30Z</dcterms:modified>
  <cp:revision>1</cp:revision>
  <dc:title>Online-Notes-Sharing-System.pptx</dc:title>
</cp:coreProperties>
</file>